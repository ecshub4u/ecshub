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4" r:id="rId4"/>
    <p:sldId id="270" r:id="rId5"/>
    <p:sldId id="258" r:id="rId6"/>
    <p:sldId id="265" r:id="rId7"/>
    <p:sldId id="259" r:id="rId8"/>
    <p:sldId id="266" r:id="rId9"/>
    <p:sldId id="260" r:id="rId10"/>
    <p:sldId id="267" r:id="rId11"/>
    <p:sldId id="261" r:id="rId12"/>
    <p:sldId id="268" r:id="rId13"/>
    <p:sldId id="262" r:id="rId14"/>
    <p:sldId id="263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9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28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0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5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5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7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14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5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42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2554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46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5279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32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702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2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9892F-3205-489C-92A3-14974716D7F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FDD2681-943D-4A58-B014-B43FD3CC4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4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6874" y="1553705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PILGRIMAGE </a:t>
            </a:r>
            <a:br>
              <a:rPr lang="en-US" b="1" dirty="0"/>
            </a:br>
            <a:r>
              <a:rPr lang="en-US" b="1" dirty="0"/>
              <a:t>-</a:t>
            </a:r>
            <a:r>
              <a:rPr lang="en-US" sz="3600" b="1" dirty="0">
                <a:solidFill>
                  <a:srgbClr val="00B050"/>
                </a:solidFill>
              </a:rPr>
              <a:t>By Shiv K. Kumar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6670" y="3537514"/>
            <a:ext cx="8915399" cy="1126283"/>
          </a:xfrm>
        </p:spPr>
        <p:txBody>
          <a:bodyPr/>
          <a:lstStyle/>
          <a:p>
            <a:pPr algn="ctr"/>
            <a:r>
              <a:rPr lang="en-US"/>
              <a:t>--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8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6326" y="666427"/>
            <a:ext cx="107093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Not all of us spoke the same language—</a:t>
            </a:r>
            <a:br>
              <a:rPr lang="en-US" sz="4000" b="1" dirty="0"/>
            </a:br>
            <a:r>
              <a:rPr lang="en-US" sz="4000" b="1" dirty="0"/>
              <a:t>some cowered under the sun's threats</a:t>
            </a:r>
            <a:br>
              <a:rPr lang="en-US" sz="4000" b="1" dirty="0"/>
            </a:br>
            <a:r>
              <a:rPr lang="en-US" sz="4000" b="1" dirty="0"/>
              <a:t>and the dwindling supplies,</a:t>
            </a:r>
            <a:br>
              <a:rPr lang="en-US" sz="4000" b="1" dirty="0"/>
            </a:br>
            <a:r>
              <a:rPr lang="en-US" sz="4000" b="1" dirty="0"/>
              <a:t>others felt amused</a:t>
            </a:r>
            <a:br>
              <a:rPr lang="en-US" sz="4000" b="1" dirty="0"/>
            </a:br>
            <a:r>
              <a:rPr lang="en-US" sz="4000" b="1" dirty="0"/>
              <a:t>at the enforced equalities.</a:t>
            </a:r>
            <a:br>
              <a:rPr lang="en-US" sz="4000" b="1" dirty="0"/>
            </a:br>
            <a:r>
              <a:rPr lang="en-US" sz="4000" b="1" dirty="0"/>
              <a:t>The bystanders took us for a Persian</a:t>
            </a:r>
            <a:br>
              <a:rPr lang="en-US" sz="4000" b="1" dirty="0"/>
            </a:br>
            <a:r>
              <a:rPr lang="en-US" sz="4000" b="1" dirty="0"/>
              <a:t>mosaic of some insidious design.</a:t>
            </a:r>
          </a:p>
        </p:txBody>
      </p:sp>
    </p:spTree>
    <p:extLst>
      <p:ext uri="{BB962C8B-B14F-4D97-AF65-F5344CB8AC3E}">
        <p14:creationId xmlns:p14="http://schemas.microsoft.com/office/powerpoint/2010/main" val="739841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36" y="340962"/>
            <a:ext cx="9854928" cy="65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3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18" y="588935"/>
            <a:ext cx="10709329" cy="610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90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2752" y="1038386"/>
            <a:ext cx="101358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Sometimes the urge to feign</a:t>
            </a:r>
            <a:br>
              <a:rPr lang="en-US" sz="4000" b="1" dirty="0"/>
            </a:br>
            <a:r>
              <a:rPr lang="en-US" sz="4000" b="1" dirty="0"/>
              <a:t>was paramount. I pretended ataxia</a:t>
            </a:r>
            <a:br>
              <a:rPr lang="en-US" sz="4000" b="1" dirty="0"/>
            </a:br>
            <a:r>
              <a:rPr lang="en-US" sz="4000" b="1" dirty="0"/>
              <a:t>to lag behind and visualize</a:t>
            </a:r>
            <a:br>
              <a:rPr lang="en-US" sz="4000" b="1" dirty="0"/>
            </a:br>
            <a:r>
              <a:rPr lang="en-US" sz="4000" b="1" dirty="0"/>
              <a:t>more sharply the road's last, devious curve.</a:t>
            </a:r>
          </a:p>
        </p:txBody>
      </p:sp>
    </p:spTree>
    <p:extLst>
      <p:ext uri="{BB962C8B-B14F-4D97-AF65-F5344CB8AC3E}">
        <p14:creationId xmlns:p14="http://schemas.microsoft.com/office/powerpoint/2010/main" val="173518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47700"/>
            <a:ext cx="9906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58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7768" y="1797804"/>
            <a:ext cx="98724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The trees on either side</a:t>
            </a:r>
            <a:br>
              <a:rPr lang="en-US" sz="4000" b="1" dirty="0"/>
            </a:br>
            <a:r>
              <a:rPr lang="en-US" sz="4000" b="1" dirty="0"/>
              <a:t>would have given us a guard of </a:t>
            </a:r>
            <a:r>
              <a:rPr lang="en-US" sz="4000" b="1" dirty="0" err="1"/>
              <a:t>honour</a:t>
            </a:r>
            <a:br>
              <a:rPr lang="en-US" sz="4000" b="1" dirty="0"/>
            </a:br>
            <a:r>
              <a:rPr lang="en-US" sz="4000" b="1" dirty="0"/>
              <a:t>had our leader not defiled them</a:t>
            </a:r>
            <a:br>
              <a:rPr lang="en-US" sz="4000" b="1" dirty="0"/>
            </a:br>
            <a:r>
              <a:rPr lang="en-US" sz="4000" b="1" dirty="0"/>
              <a:t>with blasphemies.</a:t>
            </a:r>
          </a:p>
        </p:txBody>
      </p:sp>
    </p:spTree>
    <p:extLst>
      <p:ext uri="{BB962C8B-B14F-4D97-AF65-F5344CB8AC3E}">
        <p14:creationId xmlns:p14="http://schemas.microsoft.com/office/powerpoint/2010/main" val="139373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25" y="154984"/>
            <a:ext cx="11003797" cy="643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01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21057" y="1913450"/>
            <a:ext cx="96709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/>
              <a:t>Then suddenly someone announced</a:t>
            </a:r>
            <a:br>
              <a:rPr lang="en-US" sz="4000" b="1" dirty="0"/>
            </a:br>
            <a:r>
              <a:rPr lang="en-US" sz="4000" b="1" dirty="0"/>
              <a:t>that the easiest way to hit</a:t>
            </a:r>
            <a:br>
              <a:rPr lang="en-US" sz="4000" b="1" dirty="0"/>
            </a:br>
            <a:r>
              <a:rPr lang="en-US" sz="4000" b="1" dirty="0"/>
              <a:t>the destination was to</a:t>
            </a:r>
            <a:br>
              <a:rPr lang="en-US" sz="4000" b="1" dirty="0"/>
            </a:br>
            <a:r>
              <a:rPr lang="en-US" sz="4000" b="1" dirty="0"/>
              <a:t>march crabwise.</a:t>
            </a:r>
          </a:p>
        </p:txBody>
      </p:sp>
    </p:spTree>
    <p:extLst>
      <p:ext uri="{BB962C8B-B14F-4D97-AF65-F5344CB8AC3E}">
        <p14:creationId xmlns:p14="http://schemas.microsoft.com/office/powerpoint/2010/main" val="118107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70" y="207645"/>
            <a:ext cx="11174278" cy="660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4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89314" y="1356497"/>
            <a:ext cx="110296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dirty="0">
                <a:solidFill>
                  <a:srgbClr val="000000"/>
                </a:solidFill>
                <a:effectLst/>
                <a:latin typeface="Arial,Helvetica"/>
              </a:rPr>
              <a:t>We were out to span the sky's amplitude—</a:t>
            </a:r>
            <a:br>
              <a:rPr lang="en-US" sz="4000" b="1" dirty="0"/>
            </a:br>
            <a:r>
              <a:rPr lang="en-US" sz="4000" b="1" i="0" dirty="0">
                <a:solidFill>
                  <a:srgbClr val="000000"/>
                </a:solidFill>
                <a:effectLst/>
                <a:latin typeface="Arial,Helvetica"/>
              </a:rPr>
              <a:t>this journey was merely to stimulate the blood.</a:t>
            </a:r>
            <a:br>
              <a:rPr lang="en-US" sz="4000" b="1" dirty="0"/>
            </a:br>
            <a:r>
              <a:rPr lang="en-US" sz="4000" b="1" i="0" dirty="0">
                <a:solidFill>
                  <a:srgbClr val="000000"/>
                </a:solidFill>
                <a:effectLst/>
                <a:latin typeface="Arial,Helvetica"/>
              </a:rPr>
              <a:t>The women mumbled, 'Rest would be haven—</a:t>
            </a:r>
            <a:br>
              <a:rPr lang="en-US" sz="4000" b="1" dirty="0"/>
            </a:br>
            <a:r>
              <a:rPr lang="en-US" sz="4000" b="1" i="0" dirty="0">
                <a:solidFill>
                  <a:srgbClr val="000000"/>
                </a:solidFill>
                <a:effectLst/>
                <a:latin typeface="Arial,Helvetica"/>
              </a:rPr>
              <a:t>indeed.'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50136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918" y="201478"/>
            <a:ext cx="9350164" cy="665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08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9215" y="1680975"/>
            <a:ext cx="88960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i="0" dirty="0">
                <a:solidFill>
                  <a:srgbClr val="000000"/>
                </a:solidFill>
                <a:effectLst/>
                <a:latin typeface="Arial,Helvetica"/>
              </a:rPr>
              <a:t>I was the only one to caution</a:t>
            </a:r>
            <a:br>
              <a:rPr lang="en-US" sz="4000" b="1" dirty="0"/>
            </a:br>
            <a:r>
              <a:rPr lang="en-US" sz="4000" b="1" i="0" dirty="0">
                <a:solidFill>
                  <a:srgbClr val="000000"/>
                </a:solidFill>
                <a:effectLst/>
                <a:latin typeface="Arial,Helvetica"/>
              </a:rPr>
              <a:t>that the gods had trapped us</a:t>
            </a:r>
            <a:br>
              <a:rPr lang="en-US" sz="4000" b="1" dirty="0"/>
            </a:br>
            <a:r>
              <a:rPr lang="en-US" sz="4000" b="1" i="0" dirty="0">
                <a:solidFill>
                  <a:srgbClr val="000000"/>
                </a:solidFill>
                <a:effectLst/>
                <a:latin typeface="Arial,Helvetica"/>
              </a:rPr>
              <a:t>into belief.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856230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45" y="0"/>
            <a:ext cx="110502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3031" y="1921790"/>
            <a:ext cx="43027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 </a:t>
            </a:r>
          </a:p>
          <a:p>
            <a:r>
              <a:rPr lang="en-US" sz="4000" b="1" dirty="0"/>
              <a:t>Will meet soon…</a:t>
            </a:r>
          </a:p>
        </p:txBody>
      </p:sp>
    </p:spTree>
    <p:extLst>
      <p:ext uri="{BB962C8B-B14F-4D97-AF65-F5344CB8AC3E}">
        <p14:creationId xmlns:p14="http://schemas.microsoft.com/office/powerpoint/2010/main" val="340058032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186</Words>
  <Application>Microsoft Office PowerPoint</Application>
  <PresentationFormat>Widescreen</PresentationFormat>
  <Paragraphs>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Arial,Helvetica</vt:lpstr>
      <vt:lpstr>Century Gothic</vt:lpstr>
      <vt:lpstr>Wingdings 3</vt:lpstr>
      <vt:lpstr>Wisp</vt:lpstr>
      <vt:lpstr>PILGRIMAGE  -By Shiv K. Kumar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PILGRIMAGE  -By Shiv K. Kumar </dc:title>
  <dc:creator>SANGOLA</dc:creator>
  <cp:lastModifiedBy>rohan pawar</cp:lastModifiedBy>
  <cp:revision>16</cp:revision>
  <dcterms:created xsi:type="dcterms:W3CDTF">2026-06-19T09:31:06Z</dcterms:created>
  <dcterms:modified xsi:type="dcterms:W3CDTF">2026-08-16T17:48:25Z</dcterms:modified>
</cp:coreProperties>
</file>